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303" r:id="rId13"/>
    <p:sldId id="302" r:id="rId14"/>
    <p:sldId id="301" r:id="rId15"/>
    <p:sldId id="298" r:id="rId16"/>
    <p:sldId id="299" r:id="rId17"/>
    <p:sldId id="300" r:id="rId18"/>
    <p:sldId id="304" r:id="rId19"/>
    <p:sldId id="309" r:id="rId20"/>
    <p:sldId id="310" r:id="rId21"/>
    <p:sldId id="305" r:id="rId22"/>
    <p:sldId id="306" r:id="rId23"/>
    <p:sldId id="307" r:id="rId24"/>
    <p:sldId id="311" r:id="rId25"/>
    <p:sldId id="317" r:id="rId26"/>
    <p:sldId id="316" r:id="rId27"/>
    <p:sldId id="312" r:id="rId28"/>
    <p:sldId id="313" r:id="rId29"/>
    <p:sldId id="314" r:id="rId30"/>
    <p:sldId id="318" r:id="rId31"/>
    <p:sldId id="308" r:id="rId32"/>
    <p:sldId id="31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005" autoAdjust="0"/>
    <p:restoredTop sz="94660"/>
  </p:normalViewPr>
  <p:slideViewPr>
    <p:cSldViewPr snapToGrid="0" showGuides="1">
      <p:cViewPr varScale="1">
        <p:scale>
          <a:sx n="52" d="100"/>
          <a:sy n="52" d="100"/>
        </p:scale>
        <p:origin x="737" y="3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36" d="100"/>
        <a:sy n="3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99B00-7547-4792-A81C-25F15AE8A7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BED56E-61C4-45EE-9C06-0C24E410F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5DD01-1CBE-48E7-9ED9-50BDD8781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5645-23AA-4DCF-893C-4CB75AE73D5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2D369-EAC0-4F21-9FF0-654FB290C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DB676-CE33-4593-9FFC-8C07CF9A8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215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DF018-18F0-48EA-AD1A-97675E47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87D3B-E804-47ED-88BB-092661E2F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4206B-8C25-4360-8A85-7540149DA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5645-23AA-4DCF-893C-4CB75AE73D5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59549-6165-46A4-8E57-CD47DB442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36106-2642-429E-9D2A-C3084F173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159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22011-7EE7-43E0-ABB6-BD75CAD00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1CF69-B52A-47E0-B418-1DC767AE6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99CEC-3358-4B09-AFA6-B7DFD07E7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5645-23AA-4DCF-893C-4CB75AE73D5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970E1-C59E-4CB0-8B28-D0DBB383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04582-5D85-40DD-B001-F892B2BF4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315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79FF-74E4-416A-872F-E479E90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CBD2A-4848-464F-BAB4-FDD9092023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F47ED0-4868-477A-AEC6-293E4B2BA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858BD-EF64-469E-BD4F-C0CA14FA5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5645-23AA-4DCF-893C-4CB75AE73D5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1C73C-EF22-413E-AB01-D74CF168C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ED99F-E47E-43D8-8136-36E1F88C8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827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F88D-25DE-4861-8269-BC1AA8080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23F79-4F45-4657-8C11-9C841F08D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3E313-2E2B-4B13-AE00-70A44D169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A1DCF9-02E0-4506-B296-E20DE9D6F3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309B03-61FC-4A65-AA23-8066A570B4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F01659-2AA1-46ED-BF70-B6F166B13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5645-23AA-4DCF-893C-4CB75AE73D5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688C36-85B9-4ABF-95C4-7DA05DF25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F7281D-E3E3-4A4E-933B-B61F23B6B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55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1DA1F-C216-4059-B3F5-50BFC440F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527C02-2773-4132-9354-607C7B92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5645-23AA-4DCF-893C-4CB75AE73D5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DC3A1-EC46-4AF5-BC4C-41FEF999F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A68303-C715-4516-8C17-A64C9A98C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8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E2E674-63DB-4A81-AAC5-A599E8FD2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5645-23AA-4DCF-893C-4CB75AE73D5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477E99-16A7-4C07-9B2D-FE6D34DC4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D8D10-8314-418A-8654-0834BE0B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48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55FDA-C129-4C48-B32E-0A930D3BB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C12DC-3A64-4397-8711-82DC608FC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B0F6B9-AB76-4798-BB69-969F32DCE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A2B619-25C2-471E-983A-7BC75C73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5645-23AA-4DCF-893C-4CB75AE73D5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F96EF-5716-42F8-956A-C69EFEB1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34605-7495-44D4-9DE9-1F2DE3D15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07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7345C-3AC3-446F-9A05-71EB8F7B1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59C4F2-8ABE-48F8-BE4C-5C3ECF069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02AB2E-C870-49AB-B857-D8B585EBD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B84E9-12A2-4186-8BBC-6E3B5ACD4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5645-23AA-4DCF-893C-4CB75AE73D5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6CF9BC-B01F-4ACC-B3A1-D543FBE7E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DE915-3C30-4FE0-9B71-A8B16AA9F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43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B3538-2230-4441-AAE3-B9FA1613D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44754-BFAA-4BDA-B7FE-0329951ED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4D930-A630-4BD1-8758-69063986E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5645-23AA-4DCF-893C-4CB75AE73D5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3E5D0-E650-4BCC-8DA6-FC652DE3B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6A9B5-7809-4F98-AD87-C04741281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7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A51487-EADC-441E-BE71-59BF59E57A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626D7-10FE-4F5A-9DB5-975D15AFE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926DC-5B8F-4DD1-AB13-A86948C2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D5645-23AA-4DCF-893C-4CB75AE73D5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FFB2A-C15B-4027-9424-502EE2E51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C29A2-F86C-4BAC-8D3B-436F2ED60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60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26195D-2D55-4550-B834-EA3BAEEE9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B45E7-9B25-4B24-ADEC-430D33F9D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B3896-4739-49B7-9E75-53DF501F6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D5645-23AA-4DCF-893C-4CB75AE73D5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0AA0A-F9D4-42B4-8028-46DB159B9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7C39B-6132-4232-B090-D33183364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E49F46-903B-4DEA-A244-FFDEE93D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17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7337B-71E6-4DDF-B454-86FB8D0BC8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WCNPO Striped Marlin Rebuilding Scenarios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8104F-5D59-43ED-BB09-A2350CCBB4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Jon Brodziak</a:t>
            </a:r>
          </a:p>
          <a:p>
            <a:r>
              <a:rPr lang="en-US" dirty="0"/>
              <a:t>NOAA Fisheries</a:t>
            </a:r>
          </a:p>
          <a:p>
            <a:r>
              <a:rPr lang="en-US" dirty="0"/>
              <a:t>Jon.Brodziak@NOAA.GOV</a:t>
            </a:r>
          </a:p>
        </p:txBody>
      </p:sp>
    </p:spTree>
    <p:extLst>
      <p:ext uri="{BB962C8B-B14F-4D97-AF65-F5344CB8AC3E}">
        <p14:creationId xmlns:p14="http://schemas.microsoft.com/office/powerpoint/2010/main" val="103445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EAF34-7519-442F-8E23-1715A0C16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620" y="1"/>
            <a:ext cx="10909739" cy="71470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Fleet Groups with Identical Fishery Selectivity for Striped Marlin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72FD61-77D9-4A4B-8691-D3A889E04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662" y="714703"/>
            <a:ext cx="6322882" cy="614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55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EAF34-7519-442F-8E23-1715A0C16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620" y="1"/>
            <a:ext cx="10909739" cy="71470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Fleet Groups with Identical Fishery Selectivity for Striped Marlin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4F877C-5450-4B03-A382-DCF90E17D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750" y="714703"/>
            <a:ext cx="6758748" cy="614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724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EAF34-7519-442F-8E23-1715A0C16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620" y="1"/>
            <a:ext cx="10909739" cy="71470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Fleet Groups with Identical Fishery Selectivity for Striped Marlin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185FD6-077A-4E3E-9C03-4DE1C23068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875" y="714703"/>
            <a:ext cx="10166923" cy="615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255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EAF34-7519-442F-8E23-1715A0C16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620" y="1"/>
            <a:ext cx="10909739" cy="71470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Fleet Groups with Identical Fishery Selectivity for Striped Marlin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327DC8-7700-40E5-A1F5-36A722B75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806" y="714705"/>
            <a:ext cx="8521153" cy="614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851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EAF34-7519-442F-8E23-1715A0C16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620" y="1"/>
            <a:ext cx="10909739" cy="71470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Fleet Groups with Identical Fishery Selectivity for Striped Marlin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01740E-17D6-4970-8F96-554ECCB12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865" y="714703"/>
            <a:ext cx="6303664" cy="627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111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EAF34-7519-442F-8E23-1715A0C16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620" y="1"/>
            <a:ext cx="10909739" cy="71470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Fleet Groups with Identical Fishery Selectivity for Striped Marlin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642F4-A00F-488B-858F-C68E585A08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4693" y="851630"/>
            <a:ext cx="5100159" cy="600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621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EAF34-7519-442F-8E23-1715A0C16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620" y="1"/>
            <a:ext cx="10909739" cy="71470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Fleet Groups with Identical Fishery Selectivity for Striped Marlin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CF1743-6A4F-44AB-AA27-7F8FC70EA8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158" y="631732"/>
            <a:ext cx="5071022" cy="622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84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EAF34-7519-442F-8E23-1715A0C16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620" y="1"/>
            <a:ext cx="10909739" cy="71470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Fleet Groups with Identical Fishery Selectivity for Striped Marlin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0813D-D3BF-4403-B46F-5C5FE7FC0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947" y="714704"/>
            <a:ext cx="4838010" cy="614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74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EAF34-7519-442F-8E23-1715A0C16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620" y="1"/>
            <a:ext cx="10909739" cy="71470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/>
              <a:t>Fleet Groups with Identical Fishery Selectivity for Striped Marlin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82A813-8266-453E-8425-4773C076C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070" y="714703"/>
            <a:ext cx="5913495" cy="614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818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51F18B-E7F1-453A-9FE6-0E6569EF8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4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822595-5055-47AA-ADAF-BE092DD6B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76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D59D3E-2639-4D14-9B3F-3BCA920F8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510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D0FF35-5FF4-4457-8190-97D7E118D4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079476-B6ED-48AF-A670-24FC176DCC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8772E7-5556-4C51-96A9-00AF67480B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3951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7A311E-3DFF-4310-9562-58C7529D2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22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02A7E1-BDCA-441F-BF0E-D5A306DF7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42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140143-B12B-40F6-822A-12C99E6B8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232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D36BBF-A3B9-4BCF-9901-3EF4DC7C1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03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A36BD7-46BE-4D67-9235-A3BCBAC7BE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701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4D5B23-F68D-4776-83BC-9ADDB8D53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568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2989AB-98E2-4A87-8E89-89C9A36E8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717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A39C1C-6D73-4F0C-8413-9CAD54B11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7952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BB7D89-0963-4CB0-A4CB-730ED3F76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939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BCDDE5-6723-4CB9-A14F-BC1B4A8DA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002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11100D-97C5-4E01-8CF7-DC743F3BDB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3059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555955-EB2F-424E-8ABF-9704A89CF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0DAC2E-FBD9-438A-907C-34521B1BC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1512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6EA9DF-BD33-4604-867F-C6C8128DF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12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6B88BF-CF21-48A9-849D-8B45F2B59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9992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72276F-B51A-4B3A-88B0-A92481142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2006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68189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DF68B6-5C9F-47EA-9205-87B10E288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3289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D0F9BF-5EAB-40EB-A2A3-418C045B0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6857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826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97</Words>
  <Application>Microsoft Office PowerPoint</Application>
  <PresentationFormat>Widescreen</PresentationFormat>
  <Paragraphs>13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Theme</vt:lpstr>
      <vt:lpstr>WCNPO Striped Marlin Rebuilding Scenarios</vt:lpstr>
      <vt:lpstr>Fleet Groups with Identical Fishery Selectivity for Striped Marlin</vt:lpstr>
      <vt:lpstr>Fleet Groups with Identical Fishery Selectivity for Striped Marlin</vt:lpstr>
      <vt:lpstr>Fleet Groups with Identical Fishery Selectivity for Striped Marlin</vt:lpstr>
      <vt:lpstr>Fleet Groups with Identical Fishery Selectivity for Striped Marlin</vt:lpstr>
      <vt:lpstr>Fleet Groups with Identical Fishery Selectivity for Striped Marlin</vt:lpstr>
      <vt:lpstr>Fleet Groups with Identical Fishery Selectivity for Striped Marlin</vt:lpstr>
      <vt:lpstr>Fleet Groups with Identical Fishery Selectivity for Striped Marlin</vt:lpstr>
      <vt:lpstr>Fleet Groups with Identical Fishery Selectivity for Striped Marlin</vt:lpstr>
      <vt:lpstr>Fleet Groups with Identical Fishery Selectivity for Striped Marlin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Brodziak</dc:creator>
  <cp:lastModifiedBy>Jon Brodziak</cp:lastModifiedBy>
  <cp:revision>38</cp:revision>
  <dcterms:created xsi:type="dcterms:W3CDTF">2025-03-12T03:22:33Z</dcterms:created>
  <dcterms:modified xsi:type="dcterms:W3CDTF">2025-03-18T02:21:07Z</dcterms:modified>
</cp:coreProperties>
</file>