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26" r:id="rId3"/>
    <p:sldId id="318" r:id="rId4"/>
    <p:sldId id="317" r:id="rId5"/>
    <p:sldId id="319" r:id="rId6"/>
    <p:sldId id="320" r:id="rId7"/>
    <p:sldId id="334" r:id="rId8"/>
    <p:sldId id="306" r:id="rId9"/>
    <p:sldId id="328" r:id="rId10"/>
    <p:sldId id="330" r:id="rId11"/>
    <p:sldId id="335" r:id="rId12"/>
    <p:sldId id="322" r:id="rId13"/>
    <p:sldId id="329" r:id="rId14"/>
    <p:sldId id="336" r:id="rId15"/>
    <p:sldId id="337" r:id="rId16"/>
    <p:sldId id="323" r:id="rId17"/>
    <p:sldId id="332" r:id="rId18"/>
    <p:sldId id="333" r:id="rId19"/>
    <p:sldId id="338" r:id="rId20"/>
    <p:sldId id="339" r:id="rId21"/>
    <p:sldId id="331" r:id="rId2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5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737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26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BC031577-5721-4099-A8DD-A5FBA8B6DDB0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E09054BB-462B-4B97-BD91-75B19DEDE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7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9B00-7547-4792-A81C-25F15AE8A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ED56E-61C4-45EE-9C06-0C24E410F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5DD01-1CBE-48E7-9ED9-50BDD878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2D369-EAC0-4F21-9FF0-654FB290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DB676-CE33-4593-9FFC-8C07CF9A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1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F018-18F0-48EA-AD1A-97675E47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7D3B-E804-47ED-88BB-092661E2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206B-8C25-4360-8A85-7540149D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59549-6165-46A4-8E57-CD47DB44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36106-2642-429E-9D2A-C3084F17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5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2011-7EE7-43E0-ABB6-BD75CAD0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1CF69-B52A-47E0-B418-1DC767AE6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99CEC-3358-4B09-AFA6-B7DFD07E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970E1-C59E-4CB0-8B28-D0DBB383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4582-5D85-40DD-B001-F892B2BF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1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79FF-74E4-416A-872F-E479E90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CBD2A-4848-464F-BAB4-FDD909202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47ED0-4868-477A-AEC6-293E4B2BA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858BD-EF64-469E-BD4F-C0CA14FA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1C73C-EF22-413E-AB01-D74CF168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ED99F-E47E-43D8-8136-36E1F88C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2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F88D-25DE-4861-8269-BC1AA808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23F79-4F45-4657-8C11-9C841F08D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3E313-2E2B-4B13-AE00-70A44D169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DCF9-02E0-4506-B296-E20DE9D6F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09B03-61FC-4A65-AA23-8066A570B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01659-2AA1-46ED-BF70-B6F166B1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88C36-85B9-4ABF-95C4-7DA05DF2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7281D-E3E3-4A4E-933B-B61F23B6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5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DA1F-C216-4059-B3F5-50BFC440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27C02-2773-4132-9354-607C7B92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DC3A1-EC46-4AF5-BC4C-41FEF999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68303-C715-4516-8C17-A64C9A98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E2E674-63DB-4A81-AAC5-A599E8FD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77E99-16A7-4C07-9B2D-FE6D34DC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D8D10-8314-418A-8654-0834BE0B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4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5FDA-C129-4C48-B32E-0A930D3B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C12DC-3A64-4397-8711-82DC608FC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0F6B9-AB76-4798-BB69-969F32DCE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2B619-25C2-471E-983A-7BC75C73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96EF-5716-42F8-956A-C69EFEB1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4605-7495-44D4-9DE9-1F2DE3D15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0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345C-3AC3-446F-9A05-71EB8F7B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9C4F2-8ABE-48F8-BE4C-5C3ECF069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2AB2E-C870-49AB-B857-D8B585EBD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B84E9-12A2-4186-8BBC-6E3B5ACD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CF9BC-B01F-4ACC-B3A1-D543FBE7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DE915-3C30-4FE0-9B71-A8B16AA9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3538-2230-4441-AAE3-B9FA1613D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44754-BFAA-4BDA-B7FE-0329951ED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4D930-A630-4BD1-8758-69063986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3E5D0-E650-4BCC-8DA6-FC652DE3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6A9B5-7809-4F98-AD87-C0474128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51487-EADC-441E-BE71-59BF59E57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26D7-10FE-4F5A-9DB5-975D15AFE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926DC-5B8F-4DD1-AB13-A86948C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FFB2A-C15B-4027-9424-502EE2E5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C29A2-F86C-4BAC-8D3B-436F2ED6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6195D-2D55-4550-B834-EA3BAEEE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B45E7-9B25-4B24-ADEC-430D33F9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3896-4739-49B7-9E75-53DF501F6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D5645-23AA-4DCF-893C-4CB75AE73D5B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0AA0A-F9D4-42B4-8028-46DB159B9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7C39B-6132-4232-B090-D33183364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337B-71E6-4DDF-B454-86FB8D0BC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WCNPO Striped Marlin Rebuilding Scenarios</a:t>
            </a:r>
            <a:br>
              <a:rPr lang="en-US" dirty="0"/>
            </a:br>
            <a:r>
              <a:rPr lang="en-US" sz="4000" dirty="0"/>
              <a:t>Using Average 2018-2020 Catch Proportions </a:t>
            </a:r>
            <a:br>
              <a:rPr lang="en-US" sz="4000" dirty="0"/>
            </a:br>
            <a:r>
              <a:rPr lang="en-US" sz="4000" dirty="0"/>
              <a:t>By Fleet Group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8104F-5D59-43ED-BB09-A2350CCBB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 Brodziak</a:t>
            </a:r>
          </a:p>
          <a:p>
            <a:r>
              <a:rPr lang="en-US" dirty="0"/>
              <a:t>NOAA Fisheries</a:t>
            </a:r>
          </a:p>
          <a:p>
            <a:r>
              <a:rPr lang="en-US" dirty="0"/>
              <a:t>Jon.Brodziak@NOAA.GOV</a:t>
            </a:r>
          </a:p>
        </p:txBody>
      </p:sp>
    </p:spTree>
    <p:extLst>
      <p:ext uri="{BB962C8B-B14F-4D97-AF65-F5344CB8AC3E}">
        <p14:creationId xmlns:p14="http://schemas.microsoft.com/office/powerpoint/2010/main" val="10344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970EC-D009-4578-997E-1C3A3E544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09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2B678-A541-40A2-A271-E71ED546A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5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BF275-E6D0-470D-B19B-CB1BA7788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50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AE170-9E1A-4547-B708-B38581167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7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F8FEF8-21E5-4695-B4AE-CA6ED8807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1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970EC-D009-4578-997E-1C3A3E544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670133-6AE6-4746-B301-40F8CA8B9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928BD0-5F14-409A-804F-66F8270D8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76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7C4A8-C444-4D29-BCD2-9AAF810B1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0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7A856-46BA-407B-BD8A-2367C5E1A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B21AB7-6636-478F-A47B-256AC737D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79810-D481-4174-9374-0C9F9C286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FC7161-E549-4F97-AF62-2FE3EE3E5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47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C248E-C7AD-4C9A-AA22-C48F09761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00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C248E-C7AD-4C9A-AA22-C48F09761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F8A6E0-1B55-4B48-BC90-535121A88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7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C248E-C7AD-4C9A-AA22-C48F09761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F8A6E0-1B55-4B48-BC90-535121A88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72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61DA1-80E5-4852-AD67-B94843F08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68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ABFC8E-4AC7-49B0-A83D-F51B08E43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6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62730-1CC7-471C-A7BB-6EA70192B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76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62730-1CC7-471C-A7BB-6EA70192B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3B2CC7-4D11-41FB-BC4D-02CD27472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74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A51C20-4B25-45A1-8474-73C955612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2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C59DB-AE98-4040-8787-334CE2122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90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26</Words>
  <Application>Microsoft Office PowerPoint</Application>
  <PresentationFormat>Widescreen</PresentationFormat>
  <Paragraphs>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WCNPO Striped Marlin Rebuilding Scenarios Using Average 2018-2020 Catch Proportions  By Fleet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Brodziak</dc:creator>
  <cp:lastModifiedBy>Jon Brodziak</cp:lastModifiedBy>
  <cp:revision>48</cp:revision>
  <cp:lastPrinted>2025-04-01T02:04:17Z</cp:lastPrinted>
  <dcterms:created xsi:type="dcterms:W3CDTF">2025-03-12T03:22:33Z</dcterms:created>
  <dcterms:modified xsi:type="dcterms:W3CDTF">2025-04-01T03:12:22Z</dcterms:modified>
</cp:coreProperties>
</file>